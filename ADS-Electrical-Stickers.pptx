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aveSubsetFonts="1">
  <p:sldMasterIdLst>
    <p:sldMasterId id="2147483660" r:id="rId1"/>
  </p:sldMasterIdLst>
  <p:sldIdLst>
    <p:sldId id="256" r:id="rId2"/>
    <p:sldId id="257" r:id="rId3"/>
    <p:sldId id="258" r:id="rId4"/>
  </p:sldIdLst>
  <p:sldSz cx="9906000" cy="6858000" type="A4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FD6C1-6599-498F-AB00-1CD8560993B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E4169-C548-4EA2-ABE8-332CF08EC7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364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FD6C1-6599-498F-AB00-1CD8560993B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E4169-C548-4EA2-ABE8-332CF08EC7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391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FD6C1-6599-498F-AB00-1CD8560993B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E4169-C548-4EA2-ABE8-332CF08EC7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829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FD6C1-6599-498F-AB00-1CD8560993B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E4169-C548-4EA2-ABE8-332CF08EC7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098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FD6C1-6599-498F-AB00-1CD8560993B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E4169-C548-4EA2-ABE8-332CF08EC7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91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FD6C1-6599-498F-AB00-1CD8560993B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E4169-C548-4EA2-ABE8-332CF08EC7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060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FD6C1-6599-498F-AB00-1CD8560993B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E4169-C548-4EA2-ABE8-332CF08EC7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049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FD6C1-6599-498F-AB00-1CD8560993B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E4169-C548-4EA2-ABE8-332CF08EC7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528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FD6C1-6599-498F-AB00-1CD8560993B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E4169-C548-4EA2-ABE8-332CF08EC7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026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FD6C1-6599-498F-AB00-1CD8560993B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E4169-C548-4EA2-ABE8-332CF08EC7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677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FD6C1-6599-498F-AB00-1CD8560993B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E4169-C548-4EA2-ABE8-332CF08EC7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27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1FD6C1-6599-498F-AB00-1CD8560993B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E4169-C548-4EA2-ABE8-332CF08EC7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820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304FAB-EB88-FFFE-3B06-3E6FDF35320C}"/>
              </a:ext>
            </a:extLst>
          </p:cNvPr>
          <p:cNvSpPr/>
          <p:nvPr/>
        </p:nvSpPr>
        <p:spPr>
          <a:xfrm>
            <a:off x="130425" y="756695"/>
            <a:ext cx="4787525" cy="172657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CD3D-6CD0-E780-237B-AAD3B8AFA551}"/>
              </a:ext>
            </a:extLst>
          </p:cNvPr>
          <p:cNvSpPr txBox="1"/>
          <p:nvPr/>
        </p:nvSpPr>
        <p:spPr>
          <a:xfrm>
            <a:off x="189720" y="544687"/>
            <a:ext cx="3789045" cy="2167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488" dirty="0"/>
              <a:t>HVD</a:t>
            </a:r>
            <a:endParaRPr lang="en-GB" sz="13488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B43D000-2256-9B36-3AFA-73B3A3FC3573}"/>
              </a:ext>
            </a:extLst>
          </p:cNvPr>
          <p:cNvSpPr/>
          <p:nvPr/>
        </p:nvSpPr>
        <p:spPr>
          <a:xfrm>
            <a:off x="3818158" y="1007049"/>
            <a:ext cx="998480" cy="122586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3D013F-00A5-457B-852D-08128C6ABB4E}"/>
              </a:ext>
            </a:extLst>
          </p:cNvPr>
          <p:cNvSpPr txBox="1"/>
          <p:nvPr/>
        </p:nvSpPr>
        <p:spPr>
          <a:xfrm>
            <a:off x="179256" y="544687"/>
            <a:ext cx="3789045" cy="2167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488" dirty="0"/>
              <a:t>HVD</a:t>
            </a:r>
            <a:endParaRPr lang="en-GB" sz="13488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E036BA4-A88E-E6D6-3086-A7A1A46A713E}"/>
              </a:ext>
            </a:extLst>
          </p:cNvPr>
          <p:cNvSpPr/>
          <p:nvPr/>
        </p:nvSpPr>
        <p:spPr>
          <a:xfrm>
            <a:off x="3807694" y="1007049"/>
            <a:ext cx="998480" cy="122586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8820897-A9CB-947C-BBB9-FCCAE9034A66}"/>
              </a:ext>
            </a:extLst>
          </p:cNvPr>
          <p:cNvSpPr/>
          <p:nvPr/>
        </p:nvSpPr>
        <p:spPr>
          <a:xfrm>
            <a:off x="130425" y="2570098"/>
            <a:ext cx="4787525" cy="172657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E51BF6-9BB5-12EA-DFEC-5501983457E0}"/>
              </a:ext>
            </a:extLst>
          </p:cNvPr>
          <p:cNvSpPr txBox="1"/>
          <p:nvPr/>
        </p:nvSpPr>
        <p:spPr>
          <a:xfrm>
            <a:off x="1341995" y="2358090"/>
            <a:ext cx="3789045" cy="2167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488" dirty="0"/>
              <a:t>HVD</a:t>
            </a:r>
            <a:endParaRPr lang="en-GB" sz="13488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6611818-243A-5F7D-77A9-A0B11ABDFB89}"/>
              </a:ext>
            </a:extLst>
          </p:cNvPr>
          <p:cNvSpPr/>
          <p:nvPr/>
        </p:nvSpPr>
        <p:spPr>
          <a:xfrm rot="10800000">
            <a:off x="242202" y="2820451"/>
            <a:ext cx="998480" cy="122586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A7DA81E-5235-C335-CE3A-9B9F52879B98}"/>
              </a:ext>
            </a:extLst>
          </p:cNvPr>
          <p:cNvSpPr/>
          <p:nvPr/>
        </p:nvSpPr>
        <p:spPr>
          <a:xfrm>
            <a:off x="130425" y="4383502"/>
            <a:ext cx="4787525" cy="172657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31C5F3-CA88-D1D3-13E9-AC89F8F1D230}"/>
              </a:ext>
            </a:extLst>
          </p:cNvPr>
          <p:cNvSpPr txBox="1"/>
          <p:nvPr/>
        </p:nvSpPr>
        <p:spPr>
          <a:xfrm>
            <a:off x="1341995" y="4171494"/>
            <a:ext cx="3789045" cy="2167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488" dirty="0"/>
              <a:t>HVD</a:t>
            </a:r>
            <a:endParaRPr lang="en-GB" sz="13488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6255B9A-28F8-AC6A-0050-6BA5D2CCF5BF}"/>
              </a:ext>
            </a:extLst>
          </p:cNvPr>
          <p:cNvSpPr/>
          <p:nvPr/>
        </p:nvSpPr>
        <p:spPr>
          <a:xfrm rot="5400000">
            <a:off x="116436" y="4805151"/>
            <a:ext cx="1250011" cy="88327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AB167F7-7D39-A639-FEE5-C9EDFDAF0F26}"/>
              </a:ext>
            </a:extLst>
          </p:cNvPr>
          <p:cNvSpPr/>
          <p:nvPr/>
        </p:nvSpPr>
        <p:spPr>
          <a:xfrm>
            <a:off x="5019265" y="746135"/>
            <a:ext cx="4787525" cy="172657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499969-5935-81CA-1781-40A910B64AF1}"/>
              </a:ext>
            </a:extLst>
          </p:cNvPr>
          <p:cNvSpPr txBox="1"/>
          <p:nvPr/>
        </p:nvSpPr>
        <p:spPr>
          <a:xfrm>
            <a:off x="5078559" y="534127"/>
            <a:ext cx="3789045" cy="2167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488" dirty="0"/>
              <a:t>HVD</a:t>
            </a:r>
            <a:endParaRPr lang="en-GB" sz="13488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A97AF8D0-6DA1-23A8-5C10-FFB7E858437D}"/>
              </a:ext>
            </a:extLst>
          </p:cNvPr>
          <p:cNvSpPr/>
          <p:nvPr/>
        </p:nvSpPr>
        <p:spPr>
          <a:xfrm>
            <a:off x="8706997" y="996489"/>
            <a:ext cx="998480" cy="122586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C5DA57-FAF9-C2E9-C47F-720EECA8600D}"/>
              </a:ext>
            </a:extLst>
          </p:cNvPr>
          <p:cNvSpPr txBox="1"/>
          <p:nvPr/>
        </p:nvSpPr>
        <p:spPr>
          <a:xfrm>
            <a:off x="5068095" y="534127"/>
            <a:ext cx="3789045" cy="2167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488" dirty="0"/>
              <a:t>HVD</a:t>
            </a:r>
            <a:endParaRPr lang="en-GB" sz="13488" dirty="0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419B5666-0709-CAF9-2A84-7335EAB35294}"/>
              </a:ext>
            </a:extLst>
          </p:cNvPr>
          <p:cNvSpPr/>
          <p:nvPr/>
        </p:nvSpPr>
        <p:spPr>
          <a:xfrm>
            <a:off x="8696533" y="996489"/>
            <a:ext cx="998480" cy="122586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4F97552-F8E8-061A-E7EE-A3888808AB4C}"/>
              </a:ext>
            </a:extLst>
          </p:cNvPr>
          <p:cNvSpPr/>
          <p:nvPr/>
        </p:nvSpPr>
        <p:spPr>
          <a:xfrm>
            <a:off x="5019265" y="2559538"/>
            <a:ext cx="4787525" cy="172657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931FA4-859F-8148-0012-DB50B2D6649C}"/>
              </a:ext>
            </a:extLst>
          </p:cNvPr>
          <p:cNvSpPr txBox="1"/>
          <p:nvPr/>
        </p:nvSpPr>
        <p:spPr>
          <a:xfrm>
            <a:off x="6230833" y="2347530"/>
            <a:ext cx="3789045" cy="2167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488" dirty="0"/>
              <a:t>HVD</a:t>
            </a:r>
            <a:endParaRPr lang="en-GB" sz="13488" dirty="0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5C6F4D02-C04E-8A73-B6D0-496436FD750B}"/>
              </a:ext>
            </a:extLst>
          </p:cNvPr>
          <p:cNvSpPr/>
          <p:nvPr/>
        </p:nvSpPr>
        <p:spPr>
          <a:xfrm rot="10800000">
            <a:off x="5131042" y="2809893"/>
            <a:ext cx="998480" cy="122586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A0F2DD9-2ACF-CF20-3065-773908A66928}"/>
              </a:ext>
            </a:extLst>
          </p:cNvPr>
          <p:cNvSpPr/>
          <p:nvPr/>
        </p:nvSpPr>
        <p:spPr>
          <a:xfrm>
            <a:off x="5019265" y="4372942"/>
            <a:ext cx="4787525" cy="172657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F0DEFC-99D3-D19E-C068-BD4D98F5611D}"/>
              </a:ext>
            </a:extLst>
          </p:cNvPr>
          <p:cNvSpPr txBox="1"/>
          <p:nvPr/>
        </p:nvSpPr>
        <p:spPr>
          <a:xfrm>
            <a:off x="6230833" y="4160934"/>
            <a:ext cx="3789045" cy="2167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488" dirty="0"/>
              <a:t>HVD</a:t>
            </a:r>
            <a:endParaRPr lang="en-GB" sz="13488" dirty="0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7E6E0FC8-B900-ADD7-716A-FD1189E0A636}"/>
              </a:ext>
            </a:extLst>
          </p:cNvPr>
          <p:cNvSpPr/>
          <p:nvPr/>
        </p:nvSpPr>
        <p:spPr>
          <a:xfrm rot="5400000">
            <a:off x="5005276" y="4794591"/>
            <a:ext cx="1250011" cy="88327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</p:spTree>
    <p:extLst>
      <p:ext uri="{BB962C8B-B14F-4D97-AF65-F5344CB8AC3E}">
        <p14:creationId xmlns:p14="http://schemas.microsoft.com/office/powerpoint/2010/main" val="23632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0EB76B3-7E58-CF4E-3B79-8C3D16D500CB}"/>
              </a:ext>
            </a:extLst>
          </p:cNvPr>
          <p:cNvSpPr/>
          <p:nvPr/>
        </p:nvSpPr>
        <p:spPr>
          <a:xfrm>
            <a:off x="72884" y="29094"/>
            <a:ext cx="9760233" cy="67748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63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1521AA-5D6D-B0B3-E95B-D46109BD2AB6}"/>
              </a:ext>
            </a:extLst>
          </p:cNvPr>
          <p:cNvSpPr txBox="1"/>
          <p:nvPr/>
        </p:nvSpPr>
        <p:spPr>
          <a:xfrm>
            <a:off x="108443" y="178695"/>
            <a:ext cx="10079182" cy="1863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500"/>
              </a:lnSpc>
            </a:pPr>
            <a:r>
              <a:rPr lang="en-US" sz="8800" b="1" spc="-800" dirty="0"/>
              <a:t>Vehicle </a:t>
            </a:r>
            <a:r>
              <a:rPr lang="en-GB" sz="8800" b="1" spc="-800" dirty="0"/>
              <a:t>#</a:t>
            </a:r>
            <a:r>
              <a:rPr lang="en-US" sz="8800" b="1" spc="-800" dirty="0"/>
              <a:t>: 149</a:t>
            </a:r>
          </a:p>
          <a:p>
            <a:pPr>
              <a:lnSpc>
                <a:spcPts val="6500"/>
              </a:lnSpc>
            </a:pPr>
            <a:r>
              <a:rPr lang="en-US" sz="8800" b="1" spc="-800" dirty="0"/>
              <a:t>University of Edinburgh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3BB511-6C21-58A8-F58A-1E5A11FC1019}"/>
              </a:ext>
            </a:extLst>
          </p:cNvPr>
          <p:cNvSpPr txBox="1"/>
          <p:nvPr/>
        </p:nvSpPr>
        <p:spPr>
          <a:xfrm>
            <a:off x="72882" y="1895881"/>
            <a:ext cx="9792393" cy="519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500"/>
              </a:lnSpc>
            </a:pPr>
            <a:r>
              <a:rPr lang="en-US" sz="8800" spc="-800" dirty="0">
                <a:ea typeface="Sans Serif Collection" panose="020B0502040504020204" pitchFamily="34" charset="0"/>
                <a:cs typeface="Arial" panose="020B0604020202020204" pitchFamily="34" charset="0"/>
              </a:rPr>
              <a:t>ESO1: Jakub Richardson     </a:t>
            </a:r>
          </a:p>
          <a:p>
            <a:pPr>
              <a:lnSpc>
                <a:spcPts val="6500"/>
              </a:lnSpc>
            </a:pPr>
            <a:r>
              <a:rPr lang="en-US" sz="8800" spc="-800" dirty="0">
                <a:ea typeface="Sans Serif Collection" panose="020B0502040504020204" pitchFamily="34" charset="0"/>
                <a:cs typeface="Arial" panose="020B0604020202020204" pitchFamily="34" charset="0"/>
              </a:rPr>
              <a:t>		+44 7741 492 294</a:t>
            </a:r>
          </a:p>
          <a:p>
            <a:pPr>
              <a:lnSpc>
                <a:spcPts val="6500"/>
              </a:lnSpc>
            </a:pPr>
            <a:r>
              <a:rPr lang="en-US" sz="8800" spc="-800" dirty="0">
                <a:ea typeface="Sans Serif Collection" panose="020B0502040504020204" pitchFamily="34" charset="0"/>
                <a:cs typeface="Arial" panose="020B0604020202020204" pitchFamily="34" charset="0"/>
              </a:rPr>
              <a:t>ESO 2: Callum Marshall</a:t>
            </a:r>
          </a:p>
          <a:p>
            <a:pPr>
              <a:lnSpc>
                <a:spcPts val="6500"/>
              </a:lnSpc>
            </a:pPr>
            <a:r>
              <a:rPr lang="en-US" sz="8800" spc="-800" dirty="0">
                <a:ea typeface="Sans Serif Collection" panose="020B0502040504020204" pitchFamily="34" charset="0"/>
                <a:cs typeface="Arial" panose="020B0604020202020204" pitchFamily="34" charset="0"/>
              </a:rPr>
              <a:t>		+44 7901 875 954</a:t>
            </a:r>
          </a:p>
          <a:p>
            <a:pPr>
              <a:lnSpc>
                <a:spcPts val="6500"/>
              </a:lnSpc>
            </a:pPr>
            <a:r>
              <a:rPr lang="en-US" sz="8800" spc="-800" dirty="0">
                <a:ea typeface="Sans Serif Collection" panose="020B0502040504020204" pitchFamily="34" charset="0"/>
                <a:cs typeface="Arial" panose="020B0604020202020204" pitchFamily="34" charset="0"/>
              </a:rPr>
              <a:t>ESO 3: Nana Brobbey</a:t>
            </a:r>
          </a:p>
          <a:p>
            <a:pPr>
              <a:lnSpc>
                <a:spcPts val="6500"/>
              </a:lnSpc>
            </a:pPr>
            <a:r>
              <a:rPr lang="en-US" sz="8800" spc="-800" dirty="0">
                <a:ea typeface="Sans Serif Collection" panose="020B0502040504020204" pitchFamily="34" charset="0"/>
                <a:cs typeface="Arial" panose="020B0604020202020204" pitchFamily="34" charset="0"/>
              </a:rPr>
              <a:t>		+44 7380 894 202</a:t>
            </a:r>
          </a:p>
        </p:txBody>
      </p:sp>
    </p:spTree>
    <p:extLst>
      <p:ext uri="{BB962C8B-B14F-4D97-AF65-F5344CB8AC3E}">
        <p14:creationId xmlns:p14="http://schemas.microsoft.com/office/powerpoint/2010/main" val="4265208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E85E9D-780E-6A79-9D12-A7402B1B0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73" y="188844"/>
            <a:ext cx="6442363" cy="22141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3728E5-CC3B-18BA-618A-E920E6A92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72" y="2403026"/>
            <a:ext cx="6442363" cy="221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99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</TotalTime>
  <Words>50</Words>
  <Application>Microsoft Office PowerPoint</Application>
  <PresentationFormat>A4 Paper (210x297 mm)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Sans Serif Collection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Richardson</dc:creator>
  <cp:lastModifiedBy>Jakub Richardson</cp:lastModifiedBy>
  <cp:revision>15</cp:revision>
  <cp:lastPrinted>2026-03-12T22:38:11Z</cp:lastPrinted>
  <dcterms:created xsi:type="dcterms:W3CDTF">2026-03-10T15:45:27Z</dcterms:created>
  <dcterms:modified xsi:type="dcterms:W3CDTF">2026-03-12T23:22:39Z</dcterms:modified>
</cp:coreProperties>
</file>